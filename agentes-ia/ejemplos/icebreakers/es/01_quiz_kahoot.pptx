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No hago clic y contacto al banco por sus canales oficiales</a:t>
            </a:r>
          </a:p>
          <a:p>
            <a:r>
              <a:t>Es smishing: el banco nunca envía enlaces para pedir claves. Usa siempre la app o el número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No hago clic y contacto al banco por sus canales oficiales</a:t>
            </a:r>
          </a:p>
          <a:p>
            <a:r>
              <a:t>Es smishing: el banco nunca envía enlaces para pedir claves. Usa siempre la app o el número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Un fraude por llamada telefónica</a:t>
            </a:r>
          </a:p>
          <a:p>
            <a:r>
              <a:t>El estafador llama haciéndose pasar por el banco, la policía o soporte técnico para obtener códigos.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Un fraude por llamada telefónica</a:t>
            </a:r>
          </a:p>
          <a:p>
            <a:r>
              <a:t>El estafador llama haciéndose pasar por el banco, la policía o soporte técnico para obtener códigos.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Ingeniería social: el banco nunca pide el OTP</a:t>
            </a:r>
          </a:p>
          <a:p>
            <a:r>
              <a:t>Ningún empleado del banco necesita tus códigos ni tus claves.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Ingeniería social: el banco nunca pide el OTP</a:t>
            </a:r>
          </a:p>
          <a:p>
            <a:r>
              <a:t>Ningún empleado del banco necesita tus códigos ni tus claves.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Conseguir un duplicado de la SIM de la víctima para recibir sus códigos</a:t>
            </a:r>
          </a:p>
          <a:p>
            <a:r>
              <a:t>La víctima se queda sin señal y el estafador recibe sus SMS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Conseguir un duplicado de la SIM de la víctima para recibir sus códigos</a:t>
            </a:r>
          </a:p>
          <a:p>
            <a:r>
              <a:t>La víctima se queda sin señal y el estafador recibe sus SMS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Lo verifico llamando al proveedor a un número ya conocido</a:t>
            </a:r>
          </a:p>
          <a:p>
            <a:r>
              <a:t>Es el fraude del cambio de cuenta (BEC): confirma siempre por un canal distinto.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Lo verifico llamando al proveedor a un número ya conocido</a:t>
            </a:r>
          </a:p>
          <a:p>
            <a:r>
              <a:t>Es el fraude del cambio de cuenta (BEC): confirma siempre por un canal distinto.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Una ranura de tarjeta suelta o abultada</a:t>
            </a:r>
          </a:p>
          <a:p>
            <a:r>
              <a:t>Si algo parece añadido o suelto, no uses el cajero y avisa al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Una ranura de tarjeta suelta o abultada</a:t>
            </a:r>
          </a:p>
          <a:p>
            <a:r>
              <a:t>Si algo parece añadido o suelto, no uses el cajero y avisa al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Una cuenta que recibe y mueve dinero de fraudes para terceros</a:t>
            </a:r>
          </a:p>
          <a:p>
            <a:r>
              <a:t>Prestar tu cuenta para mover dinero ajeno es delito.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Una cuenta que recibe y mueve dinero de fraudes para terceros</a:t>
            </a:r>
          </a:p>
          <a:p>
            <a:r>
              <a:t>Prestar tu cuenta para mover dinero ajeno es delito.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Una estafa de inversión</a:t>
            </a:r>
          </a:p>
          <a:p>
            <a:r>
              <a:t>Rentabilidades altas, rápidas y garantizadas son la señal clásica de estafa.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Una estafa de inversión</a:t>
            </a:r>
          </a:p>
          <a:p>
            <a:r>
              <a:t>Rentabilidades altas, rápidas y garantizadas son la señal clásica de estafa.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9169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0">
                <a:solidFill>
                  <a:srgbClr val="FFFFFF"/>
                </a:solidFill>
                <a:latin typeface="Segoe UI Emoji"/>
              </a:rPr>
              <a:t>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DCE6F5"/>
                </a:solidFill>
                <a:latin typeface="Segoe UI"/>
              </a:rPr>
              <a:t>Rompehielos del equipo de Reclamaciones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4937760"/>
            <a:ext cx="1371600" cy="91440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Segoe UI"/>
              </a:rPr>
              <a:t>📖 Cómo se juega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Segoe UI"/>
              </a:rPr>
              <a:t>•  Se muestra una pregunta con varias opciones y un tiempo límite.</a:t>
            </a:r>
          </a:p>
          <a:p>
            <a:pPr algn="l"/>
            <a:r>
              <a:rPr sz="2400" b="0">
                <a:solidFill>
                  <a:srgbClr val="0F172A"/>
                </a:solidFill>
                <a:latin typeface="Segoe UI"/>
              </a:rPr>
              <a:t>•  Los equipos responden por voz o en el chat de Teams antes de que acabe el tiempo.</a:t>
            </a:r>
          </a:p>
          <a:p>
            <a:pPr algn="l"/>
            <a:r>
              <a:rPr sz="2400" b="0">
                <a:solidFill>
                  <a:srgbClr val="0F172A"/>
                </a:solidFill>
                <a:latin typeface="Segoe UI"/>
              </a:rPr>
              <a:t>•  El moderador muestra la respuesta y marca los equipos que acertaron.</a:t>
            </a:r>
          </a:p>
          <a:p>
            <a:pPr algn="l"/>
            <a:r>
              <a:rPr sz="2400" b="0">
                <a:solidFill>
                  <a:srgbClr val="0F172A"/>
                </a:solidFill>
                <a:latin typeface="Segoe UI"/>
              </a:rPr>
              <a:t>•  Gana el equipo con más puntos al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Recibes un SMS del «banco» con un enlace para desbloquear tu cuenta. ¿Qué haces?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E2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Hago clic y pongo mis datos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Respondo con mi número de cliente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D89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No hago clic y contacto al banco por sus canales oficiales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26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Lo reenvío a mis contactos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Recibes un SMS del «banco» con un enlace para desbloquear tu cuenta. ¿Qué haces?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Hago clic y pongo mis datos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Respondo con mi número de cliente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D89E00"/>
          </a:solidFill>
          <a:ln w="762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No hago clic y contacto al banco por sus canales oficiales   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Lo reenvío a mis contactos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Segoe UI"/>
              </a:rPr>
              <a:t>💡 Es smishing: el banco nunca envía enlaces para pedir claves. Usa siempre la app o el número oficial.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¿Qué es el vishing?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E2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fraude por llamada telefónica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virus de impresora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D89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La clonación de tarjetas en cajeros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26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tipo de transferencia internacional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¿Qué es el vishing?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E21B3C"/>
          </a:solidFill>
          <a:ln w="762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fraude por llamada telefónica   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virus de impresora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La clonación de tarjetas en cajeros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tipo de transferencia internacional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Segoe UI"/>
              </a:rPr>
              <a:t>💡 El estafador llama haciéndose pasar por el banco, la policía o soporte técnico para obtener códigos.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Segoe UI"/>
              </a:rPr>
              <a:t>Un cliente cuenta que «el banco» le llamó y le pidió el código OTP para cancelar una compra. Esto es…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E2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procedimiento 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Ingeniería social: el banco nunca pide el OTP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D89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error del sistema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26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actualización de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Segoe UI"/>
              </a:rPr>
              <a:t>Un cliente cuenta que «el banco» le llamó y le pidió el código OTP para cancelar una compra. Esto es…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procedimiento 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 w="762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Ingeniería social: el banco nunca pide el OTP   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error del sistema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actualización de 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Segoe UI"/>
              </a:rPr>
              <a:t>💡 Ningún empleado del banco necesita tus códigos ni tus claves.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¿Qué es el SIM swapping?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E2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Cambiar de compañía telefónica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Conseguir un duplicado de la SIM de la víctima para recibir sus códigos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D89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Usar dos SIM en un móvil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26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Bloquear una SIM robada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¿Qué es el SIM swapping?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Cambiar de compañía telefónica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 w="762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Conseguir un duplicado de la SIM de la víctima para recibir sus códigos   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Usar dos SIM en un móvil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Bloquear una SIM robada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Segoe UI"/>
              </a:rPr>
              <a:t>💡 La víctima se queda sin señal y el estafador recibe sus SMS de seguridad.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Un proveedor escribe: «cambiamos de cuenta bancaria, paga la factura aquí». ¿Qué haces?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E2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Pago rápido para no retrasarme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Respondo el mismo correo para confirmar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D89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Lo verifico llamando al proveedor a un número ya conocido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26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Ignoro la factura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Un proveedor escribe: «cambiamos de cuenta bancaria, paga la factura aquí». ¿Qué haces?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Pago rápido para no retrasarme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Respondo el mismo correo para confirmar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D89E00"/>
          </a:solidFill>
          <a:ln w="762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Lo verifico llamando al proveedor a un número ya conocido   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Ignoro la factura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Segoe UI"/>
              </a:rPr>
              <a:t>💡 Es el fraude del cambio de cuenta (BEC): confirma siempre por un canal distinto.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¿Qué señal puede indicar skimming en un cajero?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E2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ranura de tarjeta suelta o abultada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pantalla limpia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D89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Que imprima el recibo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26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teclado con braille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¿Qué señal puede indicar skimming en un cajero?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E21B3C"/>
          </a:solidFill>
          <a:ln w="762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ranura de tarjeta suelta o abultada   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pantalla limpia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Que imprima el recibo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teclado con braille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Segoe UI"/>
              </a:rPr>
              <a:t>💡 Si algo parece añadido o suelto, no uses el cajero y avisa al banco.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¿Qué es una «cuenta mula»?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E2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cuenta con muchos ahorros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Una cuenta que recibe y mueve dinero de fraudes para terceros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D89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La cuenta de una empresa agrícola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26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cuenta bloqueada por deudas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¿Qué es una «cuenta mula»?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cuenta con muchos ahorros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 w="762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Una cuenta que recibe y mueve dinero de fraudes para terceros   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La cuenta de una empresa agrícola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cuenta bloqueada por deudas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Segoe UI"/>
              </a:rPr>
              <a:t>💡 Prestar tu cuenta para mover dinero ajeno es delito.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Un «asesor» en redes promete duplicar tu inversión en una semana. Es…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E2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gran oportunidad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estafa de inversión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D89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producto regulado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26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sorteo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🏆  Prevención de fraudes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Pregunta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Un «asesor» en redes promete duplicar tu inversión en una semana. Es…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gran oportunidad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1368CE"/>
          </a:solidFill>
          <a:ln w="762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Una estafa de inversión   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producto regulado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731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80560"/>
            <a:ext cx="4389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Un sorteo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Segoe UI"/>
              </a:rPr>
              <a:t>💡 Rentabilidades altas, rápidas y garantizadas son la señal clásica de estafa.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0">
                <a:solidFill>
                  <a:srgbClr val="FFFFFF"/>
                </a:solidFill>
                <a:latin typeface="Segoe UI Emoji"/>
              </a:rPr>
              <a:t>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916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¡Gracias por jugar!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